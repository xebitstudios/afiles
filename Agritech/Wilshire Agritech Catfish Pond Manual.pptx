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f5d2-f672-8161-8000-0000c0b68d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f5e0-22f2-8957-8000-000002cee8c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f5e0-2d72-88ee-8000-000029e8a7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f5e7-4792-8fac-8000-000024ddd51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f5e3-7eb2-8630-8000-00005e5b57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f5e5-9542-8cdb-8000-00000314b0f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f5fb-e792-8996-8000-00006120284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f5fe-57d2-879e-8000-00009c2e242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f5f5-6162-8986-8000-00005d7f70d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f5f3-3252-8d46-8000-0000b99ba26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f5f2-d172-86bd-8000-0000fc23a8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f611-ace2-8e8e-8000-0000907cdb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f60e-0b22-842e-8000-0000969dcf1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f60c-7be2-88e8-8000-00003a7b88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f60a-a712-889e-8000-000033fc4c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f611-1672-8ede-8000-0000819b6cf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f624-a082-8b93-8000-0000dc1756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f61f-8d82-8802-8000-000009babfa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f62b-02b2-88b4-8000-00002df07ea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f623-8cc2-88b3-8000-0000db27af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f61e-ec52-8c8c-8000-0000188a61d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f63d-d772-832c-8000-00009307f8a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f63a-e7b2-8453-8000-0000ff6e1d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f63b-8a62-8cb8-8000-0000b30c2c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f63d-abf2-8801-8000-0000e354deb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f63f-d562-8fd9-8000-0000f146a2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f64d-7352-8e7b-8000-0000cf62379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f658-8022-8d15-8000-00008d624d6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f64c-4d22-822a-8000-0000de1fff9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f64e-2612-8d25-8000-0000e5c4d7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Wilshire Agritech Catfish Pond Manual</dc:title>
  <dc:subject>Wilshire Agritech Catfish Pond Manual</dc:subject>
  <dc:creator>Kimi</dc:creator>
  <cp:lastModifiedBy>Kimi</cp:lastModifiedBy>
  <cp:revision>1</cp:revision>
  <dcterms:created xsi:type="dcterms:W3CDTF">2025-12-02T14:09:32Z</dcterms:created>
  <dcterms:modified xsi:type="dcterms:W3CDTF">2025-12-02T14:09:32Z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{"Label":"Wilshire Agritech Catfish Pond Manual","ContentProducer":"001191110108MACG2KBH8F10000","ProduceID":"d4nf1fr3kdlnqe5r7l50","ReservedCode1":"","ContentPropagator":"001191110108MACG2KBH8F20000","PropagateID":"d4nf1fr3kdlnqe5r7l50","ReservedCode2":""}</vt:lpwstr>
  </property>
</Properties>
</file>