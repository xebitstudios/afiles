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5d-38c2-890a-8000-00000ad29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77-91d2-80e3-8000-00007b319b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6b-d532-8a45-8000-0000fade03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73-1c62-8c8d-8000-0000d3b5e4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6c-9462-80e0-8000-0000cc7b65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6d-b4c2-8e46-8000-0000e925b7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8e-41c2-8687-8000-0000ad9c28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8e-a472-8cb8-8000-0000c8e0ec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8c-f462-843f-8000-00001362bb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8b-15b2-8c14-8000-0000bc749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8b-0362-89c3-8000-000055ee2c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a3-c792-883d-8000-0000245aa7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9d-7f62-83ed-8000-0000c4afd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d9f-2822-8ce7-8000-0000585e88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Wilshire Agritech: Cultivating Profit</dc:title>
  <dc:subject>Wilshire Agritech: Cultivating Profit</dc:subject>
  <dc:creator>Kimi</dc:creator>
  <cp:lastModifiedBy>Kimi</cp:lastModifiedBy>
  <cp:revision>1</cp:revision>
  <dcterms:created xsi:type="dcterms:W3CDTF">2025-11-30T22:21:21Z</dcterms:created>
  <dcterms:modified xsi:type="dcterms:W3CDTF">2025-11-30T22:21:21Z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{"Label":"Wilshire Agritech: Cultivating Profit","ContentProducer":"001191110108MACG2KBH8F10000","ProduceID":"d4mc3hatuj35cpptcmc0","ReservedCode1":"","ContentPropagator":"001191110108MACG2KBH8F20000","PropagateID":"d4mc3hatuj35cpptcmc0","ReservedCode2":""}</vt:lpwstr>
  </property>
</Properties>
</file>