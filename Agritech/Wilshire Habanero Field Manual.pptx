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8288000" cy="10287000"/>
  <p:notesSz cx="10287000" cy="1828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b7-d8a2-8946-8000-000036f8e8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e2-2212-8b79-8000-00005e17de3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d2-5732-83b2-8000-0000fa9899e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d1-5052-8d00-8000-000081b2a50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c8-a6f2-88a4-8000-00007957ae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c8-ca52-8e4b-8000-000043db48e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f5-af62-8be3-8000-00007b00126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00-cd12-810e-8000-0000fc13a9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f6-9572-8a84-8000-0000186ff1b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af4-da62-8898-8000-0000b763a6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18-de92-8822-8000-0000d7b0627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43-d122-8ec6-8000-0000d71b0f7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2d-e9e2-8e89-8000-0000997d868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2b-62c2-8498-8000-0000801716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32-65c2-8054-8000-000085ffd3a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2e-e5e2-8aa4-8000-00001f413a8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57-1482-807f-8000-0000425c6e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58-d262-8d9e-8000-0000d5c1192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53-63d2-8f5d-8000-000019fc47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5a-0e02-8455-8000-000010c0293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72-f3a2-8ac2-8000-00002308ba0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87-b4c2-8507-8000-0000aaf529c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8b-6cf2-89fd-8000-00002ff29df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9b-a6a2-8692-8000-0000227628e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87-77f2-810a-8000-00003913bf0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98-3ce2-8a0b-8000-00006f83928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ad-f112-8137-8000-00009b952c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b4-fd92-8fcc-8000-000004457fc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ac-0372-8881-8000-0000acab72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banana/19adfbac-add2-844a-8000-000050aeb87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Wilshire Habanero Field Manual</dc:title>
  <dc:subject>Wilshire Habanero Field Manual</dc:subject>
  <dc:creator>Kimi</dc:creator>
  <cp:lastModifiedBy>Kimi</cp:lastModifiedBy>
  <cp:revision>1</cp:revision>
  <dcterms:created xsi:type="dcterms:W3CDTF">2025-12-02T15:49:23Z</dcterms:created>
  <dcterms:modified xsi:type="dcterms:W3CDTF">2025-12-02T15:49:23Z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{"Label":"Wilshire Habanero Field Manual","ContentProducer":"001191110108MACG2KBH8F10000","ProduceID":"d4ng95n01qm2upjc8ur0","ReservedCode1":"","ContentPropagator":"001191110108MACG2KBH8F20000","PropagateID":"d4ng95n01qm2upjc8ur0","ReservedCode2":""}</vt:lpwstr>
  </property>
</Properties>
</file>